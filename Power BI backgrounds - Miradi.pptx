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9" r:id="rId5"/>
    <p:sldId id="260" r:id="rId6"/>
  </p:sldIdLst>
  <p:sldSz cx="12192000" cy="723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2"/>
    <a:srgbClr val="E2E2E2"/>
    <a:srgbClr val="999999"/>
    <a:srgbClr val="F1F2ED"/>
    <a:srgbClr val="F9F9F1"/>
    <a:srgbClr val="EFEFD9"/>
    <a:srgbClr val="EBEACE"/>
    <a:srgbClr val="F4F4E6"/>
    <a:srgbClr val="82B44F"/>
    <a:srgbClr val="9F9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032FF-EEB6-45DE-8C1A-DF64BE720FEA}" v="19" dt="2019-05-10T00:03:57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94947" autoAdjust="0"/>
  </p:normalViewPr>
  <p:slideViewPr>
    <p:cSldViewPr snapToGrid="0">
      <p:cViewPr varScale="1">
        <p:scale>
          <a:sx n="84" d="100"/>
          <a:sy n="84" d="100"/>
        </p:scale>
        <p:origin x="8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tte Stewart" userId="abbeb2608ab734b1" providerId="LiveId" clId="{962032FF-EEB6-45DE-8C1A-DF64BE720FEA}"/>
    <pc:docChg chg="undo custSel addSld modSld">
      <pc:chgData name="Annette Stewart" userId="abbeb2608ab734b1" providerId="LiveId" clId="{962032FF-EEB6-45DE-8C1A-DF64BE720FEA}" dt="2019-05-10T00:08:22.707" v="338" actId="14100"/>
      <pc:docMkLst>
        <pc:docMk/>
      </pc:docMkLst>
      <pc:sldChg chg="addSp delSp modSp">
        <pc:chgData name="Annette Stewart" userId="abbeb2608ab734b1" providerId="LiveId" clId="{962032FF-EEB6-45DE-8C1A-DF64BE720FEA}" dt="2019-05-09T23:53:00.231" v="213"/>
        <pc:sldMkLst>
          <pc:docMk/>
          <pc:sldMk cId="1376490602" sldId="257"/>
        </pc:sldMkLst>
        <pc:spChg chg="add del">
          <ac:chgData name="Annette Stewart" userId="abbeb2608ab734b1" providerId="LiveId" clId="{962032FF-EEB6-45DE-8C1A-DF64BE720FEA}" dt="2019-05-09T23:40:15.672" v="202" actId="478"/>
          <ac:spMkLst>
            <pc:docMk/>
            <pc:sldMk cId="1376490602" sldId="257"/>
            <ac:spMk id="2" creationId="{79EC7FB1-995B-41AA-ABCC-9FC5ABD61695}"/>
          </ac:spMkLst>
        </pc:spChg>
        <pc:spChg chg="add del">
          <ac:chgData name="Annette Stewart" userId="abbeb2608ab734b1" providerId="LiveId" clId="{962032FF-EEB6-45DE-8C1A-DF64BE720FEA}" dt="2019-05-09T23:52:25.079" v="206" actId="478"/>
          <ac:spMkLst>
            <pc:docMk/>
            <pc:sldMk cId="1376490602" sldId="257"/>
            <ac:spMk id="8" creationId="{00000000-0000-0000-0000-000000000000}"/>
          </ac:spMkLst>
        </pc:spChg>
        <pc:picChg chg="add del mod">
          <ac:chgData name="Annette Stewart" userId="abbeb2608ab734b1" providerId="LiveId" clId="{962032FF-EEB6-45DE-8C1A-DF64BE720FEA}" dt="2019-05-09T23:53:00.231" v="213"/>
          <ac:picMkLst>
            <pc:docMk/>
            <pc:sldMk cId="1376490602" sldId="257"/>
            <ac:picMk id="5" creationId="{6B6D8112-C2E8-4CF4-9116-2A7AB31EB8C0}"/>
          </ac:picMkLst>
        </pc:picChg>
      </pc:sldChg>
      <pc:sldChg chg="modNotesTx">
        <pc:chgData name="Annette Stewart" userId="abbeb2608ab734b1" providerId="LiveId" clId="{962032FF-EEB6-45DE-8C1A-DF64BE720FEA}" dt="2019-05-09T23:36:35.594" v="199" actId="313"/>
        <pc:sldMkLst>
          <pc:docMk/>
          <pc:sldMk cId="1565738827" sldId="259"/>
        </pc:sldMkLst>
      </pc:sldChg>
      <pc:sldChg chg="addSp delSp modSp add setBg">
        <pc:chgData name="Annette Stewart" userId="abbeb2608ab734b1" providerId="LiveId" clId="{962032FF-EEB6-45DE-8C1A-DF64BE720FEA}" dt="2019-05-10T00:08:22.707" v="338" actId="14100"/>
        <pc:sldMkLst>
          <pc:docMk/>
          <pc:sldMk cId="3939537207" sldId="260"/>
        </pc:sldMkLst>
        <pc:spChg chg="mod">
          <ac:chgData name="Annette Stewart" userId="abbeb2608ab734b1" providerId="LiveId" clId="{962032FF-EEB6-45DE-8C1A-DF64BE720FEA}" dt="2019-05-10T00:08:22.707" v="338" actId="14100"/>
          <ac:spMkLst>
            <pc:docMk/>
            <pc:sldMk cId="3939537207" sldId="260"/>
            <ac:spMk id="7" creationId="{00000000-0000-0000-0000-000000000000}"/>
          </ac:spMkLst>
        </pc:spChg>
        <pc:spChg chg="del">
          <ac:chgData name="Annette Stewart" userId="abbeb2608ab734b1" providerId="LiveId" clId="{962032FF-EEB6-45DE-8C1A-DF64BE720FEA}" dt="2019-05-09T23:52:47.761" v="210" actId="478"/>
          <ac:spMkLst>
            <pc:docMk/>
            <pc:sldMk cId="3939537207" sldId="260"/>
            <ac:spMk id="8" creationId="{00000000-0000-0000-0000-000000000000}"/>
          </ac:spMkLst>
        </pc:spChg>
        <pc:spChg chg="del mod">
          <ac:chgData name="Annette Stewart" userId="abbeb2608ab734b1" providerId="LiveId" clId="{962032FF-EEB6-45DE-8C1A-DF64BE720FEA}" dt="2019-05-09T23:52:44.420" v="209" actId="478"/>
          <ac:spMkLst>
            <pc:docMk/>
            <pc:sldMk cId="3939537207" sldId="260"/>
            <ac:spMk id="9" creationId="{00000000-0000-0000-0000-000000000000}"/>
          </ac:spMkLst>
        </pc:spChg>
        <pc:spChg chg="add mod">
          <ac:chgData name="Annette Stewart" userId="abbeb2608ab734b1" providerId="LiveId" clId="{962032FF-EEB6-45DE-8C1A-DF64BE720FEA}" dt="2019-05-10T00:07:16.448" v="337" actId="1036"/>
          <ac:spMkLst>
            <pc:docMk/>
            <pc:sldMk cId="3939537207" sldId="260"/>
            <ac:spMk id="11" creationId="{45D08381-A38B-4915-8D26-F29094E504E0}"/>
          </ac:spMkLst>
        </pc:spChg>
        <pc:picChg chg="del">
          <ac:chgData name="Annette Stewart" userId="abbeb2608ab734b1" providerId="LiveId" clId="{962032FF-EEB6-45DE-8C1A-DF64BE720FEA}" dt="2019-05-09T23:52:56.570" v="212" actId="478"/>
          <ac:picMkLst>
            <pc:docMk/>
            <pc:sldMk cId="3939537207" sldId="260"/>
            <ac:picMk id="4" creationId="{F0ED8DB3-7B89-42A5-A7DB-C86D1CF3E98A}"/>
          </ac:picMkLst>
        </pc:picChg>
        <pc:picChg chg="add mod">
          <ac:chgData name="Annette Stewart" userId="abbeb2608ab734b1" providerId="LiveId" clId="{962032FF-EEB6-45DE-8C1A-DF64BE720FEA}" dt="2019-05-10T00:05:13.114" v="333" actId="1038"/>
          <ac:picMkLst>
            <pc:docMk/>
            <pc:sldMk cId="3939537207" sldId="260"/>
            <ac:picMk id="6" creationId="{A0D91A06-6290-41FA-98DC-CE064EB33FEF}"/>
          </ac:picMkLst>
        </pc:picChg>
        <pc:cxnChg chg="add del mod">
          <ac:chgData name="Annette Stewart" userId="abbeb2608ab734b1" providerId="LiveId" clId="{962032FF-EEB6-45DE-8C1A-DF64BE720FEA}" dt="2019-05-09T23:57:24.886" v="219" actId="478"/>
          <ac:cxnSpMkLst>
            <pc:docMk/>
            <pc:sldMk cId="3939537207" sldId="260"/>
            <ac:cxnSpMk id="3" creationId="{A4A92EED-EF7A-49C3-B039-31C3731A18EE}"/>
          </ac:cxnSpMkLst>
        </pc:cxnChg>
        <pc:cxnChg chg="add del mod">
          <ac:chgData name="Annette Stewart" userId="abbeb2608ab734b1" providerId="LiveId" clId="{962032FF-EEB6-45DE-8C1A-DF64BE720FEA}" dt="2019-05-09T23:58:25.953" v="252" actId="478"/>
          <ac:cxnSpMkLst>
            <pc:docMk/>
            <pc:sldMk cId="3939537207" sldId="260"/>
            <ac:cxnSpMk id="10" creationId="{4BCDD0FF-5CDF-4719-9713-7EA1FC8700B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2AD01-7B62-426E-A77D-1775508583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43000"/>
            <a:ext cx="5197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0BB2F-C03A-49A4-BD16-A01822A936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0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New Miradi font = 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font-family: 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Roboto,'Helvetica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Neue',sans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-serif;</a:t>
            </a:r>
          </a:p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 Power BI font = Segoe Ui Light </a:t>
            </a:r>
          </a:p>
          <a:p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 “Segoe UI” for larger text – displays better on large screens / projections; “Segoe UI Light” becomes blurred).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0BB2F-C03A-49A4-BD16-A01822A9369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234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84717"/>
            <a:ext cx="9144000" cy="252024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02151"/>
            <a:ext cx="9144000" cy="17477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597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821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04724"/>
            <a:ext cx="10515600" cy="30112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44434"/>
            <a:ext cx="10515600" cy="158353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03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27049"/>
            <a:ext cx="5181600" cy="45930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27049"/>
            <a:ext cx="5181600" cy="45930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34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5410"/>
            <a:ext cx="10515600" cy="13992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74561"/>
            <a:ext cx="5157787" cy="869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44246"/>
            <a:ext cx="5157787" cy="38892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4561"/>
            <a:ext cx="5183188" cy="869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44246"/>
            <a:ext cx="5183188" cy="38892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58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8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1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2600"/>
            <a:ext cx="3932237" cy="1689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42282"/>
            <a:ext cx="6172200" cy="51443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71700"/>
            <a:ext cx="3932237" cy="40233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3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2600"/>
            <a:ext cx="3932237" cy="1689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42282"/>
            <a:ext cx="6172200" cy="514438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71700"/>
            <a:ext cx="3932237" cy="40233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29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07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5410"/>
            <a:ext cx="2628900" cy="61347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5410"/>
            <a:ext cx="7734300" cy="613471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31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5410"/>
            <a:ext cx="10515600" cy="1399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27049"/>
            <a:ext cx="10515600" cy="4593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709481"/>
            <a:ext cx="2743200" cy="3854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D32A0-141E-462A-B9E8-7A1EA2A8A2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709481"/>
            <a:ext cx="4114800" cy="3854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709481"/>
            <a:ext cx="2743200" cy="3854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EA689-99BE-44BF-840D-FC6472480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14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8B907B2-C363-47BB-A9A1-E7508B65491A}"/>
              </a:ext>
            </a:extLst>
          </p:cNvPr>
          <p:cNvSpPr txBox="1"/>
          <p:nvPr/>
        </p:nvSpPr>
        <p:spPr>
          <a:xfrm>
            <a:off x="807868" y="1595173"/>
            <a:ext cx="108367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Instructions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Open this file in PowerPoint for Windows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Go to the next slide, edit the logo and colours to suit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Output as PNG file: File / Export / Change file type / PNG / Save / … file name … / Just this one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 Power BI Desktop, select each Page background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Navigate to Visualizations pane / Format (paint roller) / Page Background / Add Image.  Choose your PNG file</a:t>
            </a:r>
          </a:p>
          <a:p>
            <a:pPr marL="457200" indent="-457200">
              <a:buAutoNum type="arabicPeriod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Set Image Fit = Fit, Transparency = 0%</a:t>
            </a:r>
          </a:p>
          <a:p>
            <a:pPr lvl="1"/>
            <a:endParaRPr lang="en-AU" sz="2000" b="1" dirty="0">
              <a:solidFill>
                <a:schemeClr val="tx1">
                  <a:lumMod val="65000"/>
                  <a:lumOff val="3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 might then want to set each of your visuals to “pop” off the page: Background = On, White, Transparency = 0%</a:t>
            </a:r>
          </a:p>
        </p:txBody>
      </p:sp>
    </p:spTree>
    <p:extLst>
      <p:ext uri="{BB962C8B-B14F-4D97-AF65-F5344CB8AC3E}">
        <p14:creationId xmlns:p14="http://schemas.microsoft.com/office/powerpoint/2010/main" val="156573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721"/>
            <a:ext cx="12192000" cy="6597280"/>
          </a:xfrm>
          <a:prstGeom prst="rect">
            <a:avLst/>
          </a:prstGeom>
          <a:solidFill>
            <a:srgbClr val="F1F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672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D91A06-6290-41FA-98DC-CE064EB33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93" y="48570"/>
            <a:ext cx="1609725" cy="5238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D08381-A38B-4915-8D26-F29094E504E0}"/>
              </a:ext>
            </a:extLst>
          </p:cNvPr>
          <p:cNvSpPr/>
          <p:nvPr/>
        </p:nvSpPr>
        <p:spPr>
          <a:xfrm>
            <a:off x="0" y="587554"/>
            <a:ext cx="12192000" cy="76070"/>
          </a:xfrm>
          <a:prstGeom prst="rect">
            <a:avLst/>
          </a:prstGeom>
          <a:gradFill flip="none" rotWithShape="1">
            <a:gsLst>
              <a:gs pos="0">
                <a:srgbClr val="999999"/>
              </a:gs>
              <a:gs pos="100000">
                <a:srgbClr val="E3E3E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537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3BDB3F9F25004C80CDBFAF7304AA91" ma:contentTypeVersion="4" ma:contentTypeDescription="Create a new document." ma:contentTypeScope="" ma:versionID="5c030bb2879422e2792421dba777e895">
  <xsd:schema xmlns:xsd="http://www.w3.org/2001/XMLSchema" xmlns:xs="http://www.w3.org/2001/XMLSchema" xmlns:p="http://schemas.microsoft.com/office/2006/metadata/properties" xmlns:ns2="6b65e181-e0a0-4990-b308-028a435b7a2b" targetNamespace="http://schemas.microsoft.com/office/2006/metadata/properties" ma:root="true" ma:fieldsID="9f079917160264c8b5be8a2ebd33b01c" ns2:_="">
    <xsd:import namespace="6b65e181-e0a0-4990-b308-028a435b7a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5e181-e0a0-4990-b308-028a435b7a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E71C9C-05A1-4FC6-94B8-9D8EF6B90E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5e181-e0a0-4990-b308-028a435b7a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4F0880-25E8-4D32-862E-CF7F149A75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B7BDB0-72EC-4D5C-91BC-532910C38AB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6b65e181-e0a0-4990-b308-028a435b7a2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</TotalTime>
  <Words>162</Words>
  <Application>Microsoft Office PowerPoint</Application>
  <PresentationFormat>Custom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Honey</dc:creator>
  <cp:lastModifiedBy>Mike Honey</cp:lastModifiedBy>
  <cp:revision>39</cp:revision>
  <dcterms:created xsi:type="dcterms:W3CDTF">2016-11-14T02:46:57Z</dcterms:created>
  <dcterms:modified xsi:type="dcterms:W3CDTF">2020-03-23T03:28:06Z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0x010100C13BDB3F9F25004C80CDBFAF7304AA91</vt:lpwstr>
  </property>
</Properties>
</file>